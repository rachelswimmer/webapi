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2F0370-E783-42C4-B114-2DB13DE36C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2DC72E-9DFC-4B2E-B525-D2684CA6AD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E649B7A-9F9B-4A12-B5FD-9DD78C13B0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9688D8F-977E-4F08-B576-B2BC96DE7D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DBD1C4F-0757-40CD-BC03-EF86FF3827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D3E39E7-BE11-495D-9A47-5BE7B825E4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434CBD9-6EDC-4D36-9C5C-7E19E9899E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0289A4C-1FED-40B2-A47C-BE61CEE515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DE293E3-7B30-4708-B40F-AD4C24A539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DC266DF-0136-4524-B4C9-69C6CDCB27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27BE7C7-9FDA-49A4-A971-3132463E2E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76C75F-4E6B-4E84-8BA6-93C931A7E9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Master text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EA631A-C194-4A74-85E3-66D574F4D1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8A52DE-745A-459B-94F1-05F8247ACA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332C02-3FB5-427D-999D-385671BEE2A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7D8E09-B9DD-4CAE-9D16-5F0162683A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4F2EE0-FAD9-4EE3-B012-E815373C1AC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41C643-F067-4AD6-94A5-DDCFE683036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B8D1EA-46A0-418F-9D3C-B16F2E89E90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DFD253-AFA4-49EC-86C4-40F7A58F77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D785A6-1597-4100-803B-F9FBE88A27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FB6B18-E952-49C9-A58C-36A69C874D0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Scaling &amp; Load Testing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  <a:p>
            <a:pPr indent="0" algn="ctr" defTabSz="457200">
              <a:lnSpc>
                <a:spcPct val="100000"/>
              </a:lnSpc>
              <a:buNone/>
            </a:pPr>
            <a:r>
              <a:rPr b="0" lang="hi-IN" sz="4400" spc="-1" strike="noStrike">
                <a:solidFill>
                  <a:schemeClr val="dk1"/>
                </a:solidFill>
                <a:latin typeface="Calibri"/>
              </a:rPr>
              <a:t>למתחילות – שיעור קצר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מה זה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Scaling?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למה זה חשוב ב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-Black Friday?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איך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API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נתקע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הדגמה מעשית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(Postman, Parallel, k6)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שיטות פתרון בסיסיות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hi-IN" sz="4400" spc="-1" strike="noStrike">
                <a:solidFill>
                  <a:schemeClr val="dk1"/>
                </a:solidFill>
                <a:latin typeface="Calibri"/>
              </a:rPr>
              <a:t>מה זה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Scaling?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Scaling =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היכולת של המערכת להתמודד עם עומס הולך וגדל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דוגמאות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יותר משתמשים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יותר בקשות ל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-API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יותר מידע שנשמר/נקרא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סוגי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Scaling: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Vertical Scaling –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מחשב חזק יותר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Horizontal Scaling –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יותר שרתים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hi-IN" sz="4400" spc="-1" strike="noStrike">
                <a:solidFill>
                  <a:schemeClr val="dk1"/>
                </a:solidFill>
                <a:latin typeface="Calibri"/>
              </a:rPr>
              <a:t>למה זה חשוב ב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-Black Friday?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עומס קיצוני לזמן קצר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הרבה משתמשים בו-זמנית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הרבה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POST (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הזמנות, תשלומים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הרבה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GET (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מוצרים, חיפוש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אם המערכת לא בנויה – היא נתקעת / קורסת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hi-IN" sz="4400" spc="-1" strike="noStrike">
                <a:solidFill>
                  <a:schemeClr val="dk1"/>
                </a:solidFill>
                <a:latin typeface="Calibri"/>
              </a:rPr>
              <a:t>איך שרת נתקע בעומס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?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לכל בקשה צריך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Thread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הרבה בקשות = הרבה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Threads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ברגע שהשרת מגיע למקסימום – הוא נתקע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תוצאות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עיכובים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timeouts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500 errors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hi-IN" sz="4400" spc="-1" strike="noStrike">
                <a:solidFill>
                  <a:schemeClr val="dk1"/>
                </a:solidFill>
                <a:latin typeface="Calibri"/>
              </a:rPr>
              <a:t>הדגמה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1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: Postman Runner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איך מדגימים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1.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פותחים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Runner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בוחרים את בקשת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POST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מריצים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20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–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50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איטרציות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מה הן יראו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בקשות נתקעות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זמני תגובה גבוהים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לפעמים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timeout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hi-IN" sz="4400" spc="-1" strike="noStrike">
                <a:solidFill>
                  <a:schemeClr val="dk1"/>
                </a:solidFill>
                <a:latin typeface="Calibri"/>
              </a:rPr>
              <a:t>הדגמה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: Thunder Client Parallel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VSCode → Thunder Client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1.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בוחרים בקשה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לוחצים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Run Multiple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בוחרים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Parallel = 20–50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זה שולח בקשות באמת במקביל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hi-IN" sz="4400" spc="-1" strike="noStrike">
                <a:solidFill>
                  <a:schemeClr val="dk1"/>
                </a:solidFill>
                <a:latin typeface="Calibri"/>
              </a:rPr>
              <a:t>הדגמה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: curl </a:t>
            </a:r>
            <a:r>
              <a:rPr b="0" lang="hi-IN" sz="4400" spc="-1" strike="noStrike">
                <a:solidFill>
                  <a:schemeClr val="dk1"/>
                </a:solidFill>
                <a:latin typeface="Calibri"/>
              </a:rPr>
              <a:t>במקביל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פקודה פשוטה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for i in {1..20}; do curl http://localhost:5000/pay &amp; done; wait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הדגמה מושלמת לעומס אמיתי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hi-IN" sz="4400" spc="-1" strike="noStrike">
                <a:solidFill>
                  <a:schemeClr val="dk1"/>
                </a:solidFill>
                <a:latin typeface="Calibri"/>
              </a:rPr>
              <a:t>הדגמה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: k6 – Load Testing </a:t>
            </a:r>
            <a:r>
              <a:rPr b="0" lang="hi-IN" sz="4400" spc="-1" strike="noStrike">
                <a:solidFill>
                  <a:schemeClr val="dk1"/>
                </a:solidFill>
                <a:latin typeface="Calibri"/>
              </a:rPr>
              <a:t>אמיתי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קובץ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test.js: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import http from 'k6/http';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export default function () { http.post('http://localhost:5000/pay'); }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הרצה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k6 run --vus 30 --duration 5s test.js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תוצאות חיות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כמות בקשות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הצלחות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כשלונות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.NET – </a:t>
            </a:r>
            <a:r>
              <a:rPr b="0" lang="hi-IN" sz="4400" spc="-1" strike="noStrike">
                <a:solidFill>
                  <a:schemeClr val="dk1"/>
                </a:solidFill>
                <a:latin typeface="Calibri"/>
              </a:rPr>
              <a:t>יצירת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API </a:t>
            </a:r>
            <a:r>
              <a:rPr b="0" lang="hi-IN" sz="4400" spc="-1" strike="noStrike">
                <a:solidFill>
                  <a:schemeClr val="dk1"/>
                </a:solidFill>
                <a:latin typeface="Calibri"/>
              </a:rPr>
              <a:t>איטי להדגמה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Controller: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Thread.Sleep(4000);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זה גורם לעיכוב מלא בכל בקשה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מושלם להדגמת עומס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hi-IN" sz="4400" spc="-1" strike="noStrike">
                <a:solidFill>
                  <a:schemeClr val="dk1"/>
                </a:solidFill>
                <a:latin typeface="Calibri"/>
              </a:rPr>
              <a:t>שיטות להתמודדות עם עומס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כתיבת קוד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async/await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שימוש ב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-Task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במקום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Thread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Queue –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תורים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Cache –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הפחתת עומס על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DB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חלוקה לשירותים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(Microservices)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Scaling </a:t>
            </a:r>
            <a:r>
              <a:rPr b="0" lang="hi-IN" sz="3200" spc="-1" strike="noStrike">
                <a:solidFill>
                  <a:schemeClr val="dk1"/>
                </a:solidFill>
                <a:latin typeface="Calibri"/>
              </a:rPr>
              <a:t>אוטומטי בענן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2025-11-25T12:23:55Z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